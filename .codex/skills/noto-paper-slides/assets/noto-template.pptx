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b6c8e3ba37449f" /><Relationship Type="http://schemas.openxmlformats.org/officeDocument/2006/relationships/extended-properties" Target="/docProps/app.xml" Id="R7eac9981b6c24584" /><Relationship Type="http://schemas.openxmlformats.org/officeDocument/2006/relationships/officeDocument" Target="/ppt/presentation.xml" Id="Rd1840ff6ec2f4e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a90f181aa1465f"/>
  </p:sldMasterIdLst>
  <p:notesMasterIdLst>
    <p:notesMasterId xmlns:r="http://schemas.openxmlformats.org/officeDocument/2006/relationships" r:id="R47e8f3c5e4304f65"/>
  </p:notesMasterIdLst>
  <p:sldIdLst>
    <p:sldId xmlns:r="http://schemas.openxmlformats.org/officeDocument/2006/relationships" id="256" r:id="R5fe564f531024cd0"/>
    <p:sldId xmlns:r="http://schemas.openxmlformats.org/officeDocument/2006/relationships" id="257" r:id="R4df6267d0fa547bb"/>
    <p:sldId xmlns:r="http://schemas.openxmlformats.org/officeDocument/2006/relationships" id="258" r:id="Rddab17dc31e84c65"/>
    <p:sldId xmlns:r="http://schemas.openxmlformats.org/officeDocument/2006/relationships" id="259" r:id="Rd8e460a86bfd4151"/>
    <p:sldId xmlns:r="http://schemas.openxmlformats.org/officeDocument/2006/relationships" id="260" r:id="R75236b11dd4340c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b059bf7a1f484c" /><Relationship Type="http://schemas.openxmlformats.org/officeDocument/2006/relationships/slideMaster" Target="/ppt/slideMasters/slideMaster1.xml" Id="R7aa90f181aa1465f" /><Relationship Type="http://schemas.openxmlformats.org/officeDocument/2006/relationships/notesMaster" Target="/ppt/notesMasters/notesMaster1.xml" Id="R47e8f3c5e4304f65" /><Relationship Type="http://schemas.openxmlformats.org/officeDocument/2006/relationships/presProps" Target="/ppt/presProps.xml" Id="R52a91d89def24414" /><Relationship Type="http://schemas.openxmlformats.org/officeDocument/2006/relationships/tableStyles" Target="/ppt/tableStyles.xml" Id="R1743ce0219df4394" /><Relationship Type="http://schemas.openxmlformats.org/officeDocument/2006/relationships/slide" Target="/ppt/slides/slide1.xml" Id="R5fe564f531024cd0" /><Relationship Type="http://schemas.openxmlformats.org/officeDocument/2006/relationships/slide" Target="/ppt/slides/slide2.xml" Id="R4df6267d0fa547bb" /><Relationship Type="http://schemas.openxmlformats.org/officeDocument/2006/relationships/slide" Target="/ppt/slides/slide3.xml" Id="Rddab17dc31e84c65" /><Relationship Type="http://schemas.openxmlformats.org/officeDocument/2006/relationships/slide" Target="/ppt/slides/slide4.xml" Id="Rd8e460a86bfd4151" /><Relationship Type="http://schemas.openxmlformats.org/officeDocument/2006/relationships/slide" Target="/ppt/slides/slide5.xml" Id="R75236b11dd4340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ea539991144c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8f03871cf34d59" /><Relationship Type="http://schemas.openxmlformats.org/officeDocument/2006/relationships/notesMaster" Target="/ppt/notesMasters/notesMaster1.xml" Id="R0e9ef322434e41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fe9608a4864a19" /><Relationship Type="http://schemas.openxmlformats.org/officeDocument/2006/relationships/notesMaster" Target="/ppt/notesMasters/notesMaster1.xml" Id="R36276873b3494b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83d598f8f149b7" /><Relationship Type="http://schemas.openxmlformats.org/officeDocument/2006/relationships/notesMaster" Target="/ppt/notesMasters/notesMaster1.xml" Id="R0601ab1310e84b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c2a2d8b55e4dbb" /><Relationship Type="http://schemas.openxmlformats.org/officeDocument/2006/relationships/notesMaster" Target="/ppt/notesMasters/notesMaster1.xml" Id="R09763177c0314c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ee735e0f034329" /><Relationship Type="http://schemas.openxmlformats.org/officeDocument/2006/relationships/notesMaster" Target="/ppt/notesMasters/notesMaster1.xml" Id="R41ff854370e942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Noto template reference slide. Duplicate the matching slide, replace all sample tokens, and remove REMOVE-ME-* guides in final decks.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Noto template reference slide. Duplicate the matching slide, replace all sample tokens, and remove REMOVE-ME-* guides in final decks.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Noto template reference slide. Duplicate the matching slide, replace all sample tokens, and remove REMOVE-ME-* guides in final decks.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Noto template reference slide. Duplicate the matching slide, replace all sample tokens, and remove REMOVE-ME-* guides in final decks.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Noto template reference slide. Duplicate the matching slide, replace all sample tokens, and remove REMOVE-ME-* guides in final decks.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442558a3c441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2088c04350463b" /><Relationship Type="http://schemas.openxmlformats.org/officeDocument/2006/relationships/slideLayout" Target="/ppt/slideLayouts/slideLayout1.xml" Id="R6cf24ce5921b41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f24ce5921b41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0fb887af674ac2" /><Relationship Type="http://schemas.openxmlformats.org/officeDocument/2006/relationships/notesSlide" Target="/ppt/notesSlides/notesSlide1.xml" Id="Rb1a4d4d9987745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66e14772e94b3e" /><Relationship Type="http://schemas.openxmlformats.org/officeDocument/2006/relationships/notesSlide" Target="/ppt/notesSlides/notesSlide2.xml" Id="R584d4299e76b45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d702f04ea647c8" /><Relationship Type="http://schemas.openxmlformats.org/officeDocument/2006/relationships/notesSlide" Target="/ppt/notesSlides/notesSlide3.xml" Id="Re2defd1c56ca4c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177ffa08b14ea4" /><Relationship Type="http://schemas.openxmlformats.org/officeDocument/2006/relationships/notesSlide" Target="/ppt/notesSlides/notesSlide4.xml" Id="Rc4e4e6870b6a42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472f9d3b454cda" /><Relationship Type="http://schemas.openxmlformats.org/officeDocument/2006/relationships/notesSlide" Target="/ppt/notesSlides/notesSlide5.xml" Id="R2dbc8387a50e40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noto-cover-signal-bar">
            <a:extLst xmlns:a="http://schemas.openxmlformats.org/drawingml/2006/main">
              <a:ext uri="{FF2B5EF4-FFF2-40B4-BE49-F238E27FC236}">
                <a16:creationId xmlns:a16="http://schemas.microsoft.com/office/drawing/2014/main" id="{FCA37CA0-E14C-4D84-AF90-EAB56A6A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62050"/>
            <a:ext cx="95250" cy="1676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4E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noto-cover-title">
            <a:extLst xmlns:a="http://schemas.openxmlformats.org/drawingml/2006/main">
              <a:ext uri="{FF2B5EF4-FFF2-40B4-BE49-F238E27FC236}">
                <a16:creationId xmlns:a16="http://schemas.microsoft.com/office/drawing/2014/main" id="{A137227E-A5DB-4B90-8819-5B52CBA0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104900"/>
            <a:ext cx="9429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0201D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20201D"/>
                </a:solidFill>
                <a:latin typeface="Hiragino Sans"/>
                <a:ea typeface="Hiragino Sans"/>
                <a:cs typeface="Hiragino Sans"/>
              </a:rPr>
              <a:t>{{PAPER_TITLE}}</a:t>
            </a:r>
          </a:p>
        </p:txBody>
      </p:sp>
      <p:sp>
        <p:nvSpPr>
          <p:cNvPr id="3" name="noto-cover-subtitle">
            <a:extLst xmlns:a="http://schemas.openxmlformats.org/drawingml/2006/main">
              <a:ext uri="{FF2B5EF4-FFF2-40B4-BE49-F238E27FC236}">
                <a16:creationId xmlns:a16="http://schemas.microsoft.com/office/drawing/2014/main" id="{17895F96-21FB-4F9E-B123-A891B76C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6230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77772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0">
                <a:solidFill>
                  <a:srgbClr val="777772"/>
                </a:solidFill>
                <a:latin typeface="Hiragino Sans"/>
                <a:ea typeface="Hiragino Sans"/>
                <a:cs typeface="Hiragino Sans"/>
              </a:rPr>
              <a:t>{{FRAMING_LINE}}</a:t>
            </a:r>
          </a:p>
        </p:txBody>
      </p:sp>
      <p:sp>
        <p:nvSpPr>
          <p:cNvPr id="4" name="noto-cover-meta">
            <a:extLst xmlns:a="http://schemas.openxmlformats.org/drawingml/2006/main">
              <a:ext uri="{FF2B5EF4-FFF2-40B4-BE49-F238E27FC236}">
                <a16:creationId xmlns:a16="http://schemas.microsoft.com/office/drawing/2014/main" id="{6DFC59B4-6570-4D10-873F-7DF28CC0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60070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777772"/>
                </a:solidFill>
                <a:latin typeface="Hiragino Sans"/>
                <a:ea typeface="Hiragino Sans"/>
                <a:cs typeface="Hiragino Sans"/>
              </a:rPr>
              <a:t>{{AUTHORS / VENUE / DATE}}</a:t>
            </a:r>
          </a:p>
        </p:txBody>
      </p:sp>
    </p:spTree>
    <p:extLst>
      <p:ext uri="{BB962C8B-B14F-4D97-AF65-F5344CB8AC3E}">
        <p14:creationId xmlns:p14="http://schemas.microsoft.com/office/powerpoint/2010/main" val="20420168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noto-signal-bar">
            <a:extLst xmlns:a="http://schemas.openxmlformats.org/drawingml/2006/main">
              <a:ext uri="{FF2B5EF4-FFF2-40B4-BE49-F238E27FC236}">
                <a16:creationId xmlns:a16="http://schemas.microsoft.com/office/drawing/2014/main" id="{3B9CB85A-A8A3-4F89-94B1-96DE2248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85725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4E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noto-header-rule">
            <a:extLst xmlns:a="http://schemas.openxmlformats.org/drawingml/2006/main">
              <a:ext uri="{FF2B5EF4-FFF2-40B4-BE49-F238E27FC236}">
                <a16:creationId xmlns:a16="http://schemas.microsoft.com/office/drawing/2014/main" id="{889E22F8-944F-4487-BCAF-0F0FD740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4775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0B5F9"/>
            </a:solidFill>
            <a:prstDash val="solid"/>
          </a:ln>
        </p:spPr>
      </p:sp>
      <p:sp>
        <p:nvSpPr>
          <p:cNvPr id="3" name="noto-title">
            <a:extLst xmlns:a="http://schemas.openxmlformats.org/drawingml/2006/main">
              <a:ext uri="{FF2B5EF4-FFF2-40B4-BE49-F238E27FC236}">
                <a16:creationId xmlns:a16="http://schemas.microsoft.com/office/drawing/2014/main" id="{AE4D1F64-D18E-4CD6-B441-3DA27031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01D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20201D"/>
                </a:solidFill>
                <a:latin typeface="Hiragino Sans"/>
                <a:ea typeface="Hiragino Sans"/>
                <a:cs typeface="Hiragino Sans"/>
              </a:rPr>
              <a:t>{{TITLE}}</a:t>
            </a:r>
          </a:p>
        </p:txBody>
      </p:sp>
      <p:sp>
        <p:nvSpPr>
          <p:cNvPr id="4" name="noto-takeaway">
            <a:extLst xmlns:a="http://schemas.openxmlformats.org/drawingml/2006/main">
              <a:ext uri="{FF2B5EF4-FFF2-40B4-BE49-F238E27FC236}">
                <a16:creationId xmlns:a16="http://schemas.microsoft.com/office/drawing/2014/main" id="{BF35195C-6DEF-4909-9E24-2927218A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620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777772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777772"/>
                </a:solidFill>
                <a:latin typeface="Hiragino Sans"/>
                <a:ea typeface="Hiragino Sans"/>
                <a:cs typeface="Hiragino Sans"/>
              </a:rPr>
              <a:t>{{TAKEAWAY}}</a:t>
            </a:r>
          </a:p>
        </p:txBody>
      </p:sp>
      <p:sp>
        <p:nvSpPr>
          <p:cNvPr id="5" name="noto-page">
            <a:extLst xmlns:a="http://schemas.openxmlformats.org/drawingml/2006/main">
              <a:ext uri="{FF2B5EF4-FFF2-40B4-BE49-F238E27FC236}">
                <a16:creationId xmlns:a16="http://schemas.microsoft.com/office/drawing/2014/main" id="{A05E861C-2BA3-4E6B-8A42-A2495F2D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777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777772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6" name="REMOVE-ME-visual-guide">
            <a:extLst xmlns:a="http://schemas.openxmlformats.org/drawingml/2006/main">
              <a:ext uri="{FF2B5EF4-FFF2-40B4-BE49-F238E27FC236}">
                <a16:creationId xmlns:a16="http://schemas.microsoft.com/office/drawing/2014/main" id="{E5AE72A2-FF99-4B4F-9799-6F417301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06680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F"/>
          </a:solidFill>
          <a:ln xmlns:a="http://schemas.openxmlformats.org/drawingml/2006/main" w="14288">
            <a:solidFill>
              <a:srgbClr val="D9E6FD"/>
            </a:solidFill>
            <a:prstDash val="dash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0B5F9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90B5F9"/>
                </a:solidFill>
                <a:latin typeface="Hiragino Sans"/>
                <a:ea typeface="Hiragino Sans"/>
                <a:cs typeface="Hiragino Sans"/>
              </a:rPr>
              <a:t>WIDE VISUAL / FIGURE / CHART</a:t>
            </a:r>
          </a:p>
        </p:txBody>
      </p:sp>
    </p:spTree>
    <p:extLst>
      <p:ext uri="{BB962C8B-B14F-4D97-AF65-F5344CB8AC3E}">
        <p14:creationId xmlns:p14="http://schemas.microsoft.com/office/powerpoint/2010/main" val="4375634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noto-signal-bar">
            <a:extLst xmlns:a="http://schemas.openxmlformats.org/drawingml/2006/main">
              <a:ext uri="{FF2B5EF4-FFF2-40B4-BE49-F238E27FC236}">
                <a16:creationId xmlns:a16="http://schemas.microsoft.com/office/drawing/2014/main" id="{C6D771C4-C009-4D65-A38C-51EED46E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85725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4E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noto-header-rule">
            <a:extLst xmlns:a="http://schemas.openxmlformats.org/drawingml/2006/main">
              <a:ext uri="{FF2B5EF4-FFF2-40B4-BE49-F238E27FC236}">
                <a16:creationId xmlns:a16="http://schemas.microsoft.com/office/drawing/2014/main" id="{6A530B10-D59C-425F-8A12-B30D40EC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4775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0B5F9"/>
            </a:solidFill>
            <a:prstDash val="solid"/>
          </a:ln>
        </p:spPr>
      </p:sp>
      <p:sp>
        <p:nvSpPr>
          <p:cNvPr id="3" name="noto-title">
            <a:extLst xmlns:a="http://schemas.openxmlformats.org/drawingml/2006/main">
              <a:ext uri="{FF2B5EF4-FFF2-40B4-BE49-F238E27FC236}">
                <a16:creationId xmlns:a16="http://schemas.microsoft.com/office/drawing/2014/main" id="{701F25A2-6304-4B6B-ACF4-5413A1AB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01D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20201D"/>
                </a:solidFill>
                <a:latin typeface="Hiragino Sans"/>
                <a:ea typeface="Hiragino Sans"/>
                <a:cs typeface="Hiragino Sans"/>
              </a:rPr>
              <a:t>{{TITLE}}</a:t>
            </a:r>
          </a:p>
        </p:txBody>
      </p:sp>
      <p:sp>
        <p:nvSpPr>
          <p:cNvPr id="4" name="noto-takeaway">
            <a:extLst xmlns:a="http://schemas.openxmlformats.org/drawingml/2006/main">
              <a:ext uri="{FF2B5EF4-FFF2-40B4-BE49-F238E27FC236}">
                <a16:creationId xmlns:a16="http://schemas.microsoft.com/office/drawing/2014/main" id="{6ACF196A-2AE2-44DE-9450-80656F84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620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777772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777772"/>
                </a:solidFill>
                <a:latin typeface="Hiragino Sans"/>
                <a:ea typeface="Hiragino Sans"/>
                <a:cs typeface="Hiragino Sans"/>
              </a:rPr>
              <a:t>{{TAKEAWAY}}</a:t>
            </a:r>
          </a:p>
        </p:txBody>
      </p:sp>
      <p:sp>
        <p:nvSpPr>
          <p:cNvPr id="5" name="noto-page">
            <a:extLst xmlns:a="http://schemas.openxmlformats.org/drawingml/2006/main">
              <a:ext uri="{FF2B5EF4-FFF2-40B4-BE49-F238E27FC236}">
                <a16:creationId xmlns:a16="http://schemas.microsoft.com/office/drawing/2014/main" id="{C63A5367-33ED-46F8-AB66-C2240863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777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777772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6" name="noto-body">
            <a:extLst xmlns:a="http://schemas.openxmlformats.org/drawingml/2006/main">
              <a:ext uri="{FF2B5EF4-FFF2-40B4-BE49-F238E27FC236}">
                <a16:creationId xmlns:a16="http://schemas.microsoft.com/office/drawing/2014/main" id="{1A2399BE-DAED-43BA-90D7-6579AD1B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4000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01D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20201D"/>
                </a:solidFill>
                <a:latin typeface="Hiragino Sans"/>
                <a:ea typeface="Hiragino Sans"/>
                <a:cs typeface="Hiragino Sans"/>
              </a:rPr>
              <a:t>{{2–4 FACTS, CONDITIONS, OR DECISIONS}}</a:t>
            </a:r>
          </a:p>
        </p:txBody>
      </p:sp>
      <p:sp>
        <p:nvSpPr>
          <p:cNvPr id="7" name="REMOVE-ME-split-visual-guide">
            <a:extLst xmlns:a="http://schemas.openxmlformats.org/drawingml/2006/main">
              <a:ext uri="{FF2B5EF4-FFF2-40B4-BE49-F238E27FC236}">
                <a16:creationId xmlns:a16="http://schemas.microsoft.com/office/drawing/2014/main" id="{F753B695-9C93-441F-8099-B10C21A9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09750"/>
            <a:ext cx="62865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F"/>
          </a:solidFill>
          <a:ln xmlns:a="http://schemas.openxmlformats.org/drawingml/2006/main" w="14288">
            <a:solidFill>
              <a:srgbClr val="D9E6FD"/>
            </a:solidFill>
            <a:prstDash val="dash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0B5F9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90B5F9"/>
                </a:solidFill>
                <a:latin typeface="Hiragino Sans"/>
                <a:ea typeface="Hiragino Sans"/>
                <a:cs typeface="Hiragino Sans"/>
              </a:rPr>
              <a:t>ONE SELF-CONTAINED VISUAL</a:t>
            </a:r>
          </a:p>
        </p:txBody>
      </p:sp>
    </p:spTree>
    <p:extLst>
      <p:ext uri="{BB962C8B-B14F-4D97-AF65-F5344CB8AC3E}">
        <p14:creationId xmlns:p14="http://schemas.microsoft.com/office/powerpoint/2010/main" val="1294885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noto-signal-bar">
            <a:extLst xmlns:a="http://schemas.openxmlformats.org/drawingml/2006/main">
              <a:ext uri="{FF2B5EF4-FFF2-40B4-BE49-F238E27FC236}">
                <a16:creationId xmlns:a16="http://schemas.microsoft.com/office/drawing/2014/main" id="{5E8F3E79-4FEF-4A48-B692-02932D8B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85725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4E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noto-header-rule">
            <a:extLst xmlns:a="http://schemas.openxmlformats.org/drawingml/2006/main">
              <a:ext uri="{FF2B5EF4-FFF2-40B4-BE49-F238E27FC236}">
                <a16:creationId xmlns:a16="http://schemas.microsoft.com/office/drawing/2014/main" id="{D391C096-5BC3-41DD-AC3F-97CE239D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4775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0B5F9"/>
            </a:solidFill>
            <a:prstDash val="solid"/>
          </a:ln>
        </p:spPr>
      </p:sp>
      <p:sp>
        <p:nvSpPr>
          <p:cNvPr id="3" name="noto-title">
            <a:extLst xmlns:a="http://schemas.openxmlformats.org/drawingml/2006/main">
              <a:ext uri="{FF2B5EF4-FFF2-40B4-BE49-F238E27FC236}">
                <a16:creationId xmlns:a16="http://schemas.microsoft.com/office/drawing/2014/main" id="{C92086B1-0D03-4FAD-A0BE-8B896D67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01D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20201D"/>
                </a:solidFill>
                <a:latin typeface="Hiragino Sans"/>
                <a:ea typeface="Hiragino Sans"/>
                <a:cs typeface="Hiragino Sans"/>
              </a:rPr>
              <a:t>{{TITLE}}</a:t>
            </a:r>
          </a:p>
        </p:txBody>
      </p:sp>
      <p:sp>
        <p:nvSpPr>
          <p:cNvPr id="4" name="noto-takeaway">
            <a:extLst xmlns:a="http://schemas.openxmlformats.org/drawingml/2006/main">
              <a:ext uri="{FF2B5EF4-FFF2-40B4-BE49-F238E27FC236}">
                <a16:creationId xmlns:a16="http://schemas.microsoft.com/office/drawing/2014/main" id="{569300B7-39C3-4A3F-87CF-77F1A94B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620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777772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777772"/>
                </a:solidFill>
                <a:latin typeface="Hiragino Sans"/>
                <a:ea typeface="Hiragino Sans"/>
                <a:cs typeface="Hiragino Sans"/>
              </a:rPr>
              <a:t>{{TAKEAWAY}}</a:t>
            </a:r>
          </a:p>
        </p:txBody>
      </p:sp>
      <p:sp>
        <p:nvSpPr>
          <p:cNvPr id="5" name="noto-page">
            <a:extLst xmlns:a="http://schemas.openxmlformats.org/drawingml/2006/main">
              <a:ext uri="{FF2B5EF4-FFF2-40B4-BE49-F238E27FC236}">
                <a16:creationId xmlns:a16="http://schemas.microsoft.com/office/drawing/2014/main" id="{8A60E87F-4CC8-43DD-9D83-50570586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777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777772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6" name="REMOVE-ME-evidence-guide">
            <a:extLst xmlns:a="http://schemas.openxmlformats.org/drawingml/2006/main">
              <a:ext uri="{FF2B5EF4-FFF2-40B4-BE49-F238E27FC236}">
                <a16:creationId xmlns:a16="http://schemas.microsoft.com/office/drawing/2014/main" id="{6D01A208-913A-4A6D-9C99-B5865F16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7715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F"/>
          </a:solidFill>
          <a:ln xmlns:a="http://schemas.openxmlformats.org/drawingml/2006/main" w="14288">
            <a:solidFill>
              <a:srgbClr val="D9E6FD"/>
            </a:solidFill>
            <a:prstDash val="dash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0B5F9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90B5F9"/>
                </a:solidFill>
                <a:latin typeface="Hiragino Sans"/>
                <a:ea typeface="Hiragino Sans"/>
                <a:cs typeface="Hiragino Sans"/>
              </a:rPr>
              <a:t>ORIGINAL PAPER EVIDENCE</a:t>
            </a:r>
          </a:p>
        </p:txBody>
      </p:sp>
      <p:sp>
        <p:nvSpPr>
          <p:cNvPr id="7" name="noto-callout">
            <a:extLst xmlns:a="http://schemas.openxmlformats.org/drawingml/2006/main">
              <a:ext uri="{FF2B5EF4-FFF2-40B4-BE49-F238E27FC236}">
                <a16:creationId xmlns:a16="http://schemas.microsoft.com/office/drawing/2014/main" id="{599A5DDA-580D-4A02-8A9D-FFF2E38B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43125"/>
            <a:ext cx="2476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01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20201D"/>
                </a:solidFill>
                <a:latin typeface="Hiragino Sans"/>
                <a:ea typeface="Hiragino Sans"/>
                <a:cs typeface="Hiragino Sans"/>
              </a:rPr>
              <a:t>{{UP TO TWO CALLOUTS}}</a:t>
            </a:r>
          </a:p>
        </p:txBody>
      </p:sp>
      <p:sp>
        <p:nvSpPr>
          <p:cNvPr id="8" name="noto-source">
            <a:extLst xmlns:a="http://schemas.openxmlformats.org/drawingml/2006/main">
              <a:ext uri="{FF2B5EF4-FFF2-40B4-BE49-F238E27FC236}">
                <a16:creationId xmlns:a16="http://schemas.microsoft.com/office/drawing/2014/main" id="{81922A7E-307C-4D20-981E-15EF67E7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531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7777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777772"/>
                </a:solidFill>
                <a:latin typeface="Hiragino Sans"/>
                <a:ea typeface="Hiragino Sans"/>
                <a:cs typeface="Hiragino Sans"/>
              </a:rPr>
              <a:t>{{SOURCE}}</a:t>
            </a:r>
          </a:p>
        </p:txBody>
      </p:sp>
    </p:spTree>
    <p:extLst>
      <p:ext uri="{BB962C8B-B14F-4D97-AF65-F5344CB8AC3E}">
        <p14:creationId xmlns:p14="http://schemas.microsoft.com/office/powerpoint/2010/main" val="14478206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noto-signal-bar">
            <a:extLst xmlns:a="http://schemas.openxmlformats.org/drawingml/2006/main">
              <a:ext uri="{FF2B5EF4-FFF2-40B4-BE49-F238E27FC236}">
                <a16:creationId xmlns:a16="http://schemas.microsoft.com/office/drawing/2014/main" id="{1E017377-41C5-4FE9-BD4B-E049CA0F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85725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4E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noto-header-rule">
            <a:extLst xmlns:a="http://schemas.openxmlformats.org/drawingml/2006/main">
              <a:ext uri="{FF2B5EF4-FFF2-40B4-BE49-F238E27FC236}">
                <a16:creationId xmlns:a16="http://schemas.microsoft.com/office/drawing/2014/main" id="{0FD4FBC2-24B0-4590-AFD6-17BD3713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4775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0B5F9"/>
            </a:solidFill>
            <a:prstDash val="solid"/>
          </a:ln>
        </p:spPr>
      </p:sp>
      <p:sp>
        <p:nvSpPr>
          <p:cNvPr id="3" name="noto-title">
            <a:extLst xmlns:a="http://schemas.openxmlformats.org/drawingml/2006/main">
              <a:ext uri="{FF2B5EF4-FFF2-40B4-BE49-F238E27FC236}">
                <a16:creationId xmlns:a16="http://schemas.microsoft.com/office/drawing/2014/main" id="{A853292E-7DA3-4ED2-B976-D5078EE2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01D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20201D"/>
                </a:solidFill>
                <a:latin typeface="Hiragino Sans"/>
                <a:ea typeface="Hiragino Sans"/>
                <a:cs typeface="Hiragino Sans"/>
              </a:rPr>
              <a:t>{{TITLE}}</a:t>
            </a:r>
          </a:p>
        </p:txBody>
      </p:sp>
      <p:sp>
        <p:nvSpPr>
          <p:cNvPr id="4" name="noto-takeaway">
            <a:extLst xmlns:a="http://schemas.openxmlformats.org/drawingml/2006/main">
              <a:ext uri="{FF2B5EF4-FFF2-40B4-BE49-F238E27FC236}">
                <a16:creationId xmlns:a16="http://schemas.microsoft.com/office/drawing/2014/main" id="{2DC408EA-012A-4361-8BF6-A472E49C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620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777772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777772"/>
                </a:solidFill>
                <a:latin typeface="Hiragino Sans"/>
                <a:ea typeface="Hiragino Sans"/>
                <a:cs typeface="Hiragino Sans"/>
              </a:rPr>
              <a:t>{{TAKEAWAY}}</a:t>
            </a:r>
          </a:p>
        </p:txBody>
      </p:sp>
      <p:sp>
        <p:nvSpPr>
          <p:cNvPr id="5" name="noto-page">
            <a:extLst xmlns:a="http://schemas.openxmlformats.org/drawingml/2006/main">
              <a:ext uri="{FF2B5EF4-FFF2-40B4-BE49-F238E27FC236}">
                <a16:creationId xmlns:a16="http://schemas.microsoft.com/office/drawing/2014/main" id="{12A371F4-97B4-41B7-8EE9-9C4F04D5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777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777772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6" name="REMOVE-ME-results-guide">
            <a:extLst xmlns:a="http://schemas.openxmlformats.org/drawingml/2006/main">
              <a:ext uri="{FF2B5EF4-FFF2-40B4-BE49-F238E27FC236}">
                <a16:creationId xmlns:a16="http://schemas.microsoft.com/office/drawing/2014/main" id="{C10D3772-DC7C-4B48-BFD5-147B18E3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8096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F"/>
          </a:solidFill>
          <a:ln xmlns:a="http://schemas.openxmlformats.org/drawingml/2006/main" w="14288">
            <a:solidFill>
              <a:srgbClr val="D9E6FD"/>
            </a:solidFill>
            <a:prstDash val="dash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0B5F9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90B5F9"/>
                </a:solidFill>
                <a:latin typeface="Hiragino Sans"/>
                <a:ea typeface="Hiragino Sans"/>
                <a:cs typeface="Hiragino Sans"/>
              </a:rPr>
              <a:t>EDITABLE CHART OR TABLE</a:t>
            </a:r>
          </a:p>
        </p:txBody>
      </p:sp>
      <p:sp>
        <p:nvSpPr>
          <p:cNvPr id="7" name="noto-result-note">
            <a:extLst xmlns:a="http://schemas.openxmlformats.org/drawingml/2006/main">
              <a:ext uri="{FF2B5EF4-FFF2-40B4-BE49-F238E27FC236}">
                <a16:creationId xmlns:a16="http://schemas.microsoft.com/office/drawing/2014/main" id="{98805F40-EACF-4F35-8DCB-13E31A44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28600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6449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06449"/>
                </a:solidFill>
                <a:latin typeface="Hiragino Sans"/>
                <a:ea typeface="Hiragino Sans"/>
                <a:cs typeface="Hiragino Sans"/>
              </a:rPr>
              <a:t>{{DECISIVE COMPARISON}}</a:t>
            </a:r>
          </a:p>
        </p:txBody>
      </p:sp>
      <p:sp>
        <p:nvSpPr>
          <p:cNvPr id="8" name="noto-source">
            <a:extLst xmlns:a="http://schemas.openxmlformats.org/drawingml/2006/main">
              <a:ext uri="{FF2B5EF4-FFF2-40B4-BE49-F238E27FC236}">
                <a16:creationId xmlns:a16="http://schemas.microsoft.com/office/drawing/2014/main" id="{66BA4365-0628-47E5-836E-09251AC2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531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7777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777772"/>
                </a:solidFill>
                <a:latin typeface="Hiragino Sans"/>
                <a:ea typeface="Hiragino Sans"/>
                <a:cs typeface="Hiragino Sans"/>
              </a:rPr>
              <a:t>{{SOURCE}}</a:t>
            </a:r>
          </a:p>
        </p:txBody>
      </p:sp>
    </p:spTree>
    <p:extLst>
      <p:ext uri="{BB962C8B-B14F-4D97-AF65-F5344CB8AC3E}">
        <p14:creationId xmlns:p14="http://schemas.microsoft.com/office/powerpoint/2010/main" val="2610072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2026-10-10T14:33:25.7470000Z</dcterms:created>
  <dcterms:modified xsi:type="dcterms:W3CDTF">2026-10-10T14:33:25.7470000Z</dcterms:modified>
</coreProperties>
</file>